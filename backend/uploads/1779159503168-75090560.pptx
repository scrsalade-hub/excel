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odrig4 (Smitha Rodrigues)" userId="f2576612-8741-4e63-8ba1-a034fc8dc049" providerId="ADAL" clId="{6AFEFEA0-81E9-4C71-917C-1D883676628C}"/>
    <pc:docChg chg="undo custSel modSld">
      <pc:chgData name="srodrig4 (Smitha Rodrigues)" userId="f2576612-8741-4e63-8ba1-a034fc8dc049" providerId="ADAL" clId="{6AFEFEA0-81E9-4C71-917C-1D883676628C}" dt="2025-12-23T23:09:17.053" v="24" actId="26606"/>
      <pc:docMkLst>
        <pc:docMk/>
      </pc:docMkLst>
      <pc:sldChg chg="addSp delSp modSp mod setBg addAnim delAnim">
        <pc:chgData name="srodrig4 (Smitha Rodrigues)" userId="f2576612-8741-4e63-8ba1-a034fc8dc049" providerId="ADAL" clId="{6AFEFEA0-81E9-4C71-917C-1D883676628C}" dt="2025-12-23T23:07:41.069" v="5" actId="26606"/>
        <pc:sldMkLst>
          <pc:docMk/>
          <pc:sldMk cId="2304890669" sldId="256"/>
        </pc:sldMkLst>
        <pc:spChg chg="mo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" creationId="{C5AA1947-F7BB-4B01-3BBB-7FF0A07FF5AD}"/>
          </ac:spMkLst>
        </pc:spChg>
        <pc:spChg chg="mo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3" creationId="{AF99C133-2F26-4E37-3B5E-D5E75694587D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8" creationId="{59EF30C2-29AC-4A0D-BC0A-A679CF113EDD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10" creationId="{9C682A1A-5B2D-4111-BBD6-620165633E5B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14" creationId="{A04F1504-431A-4D86-9091-AE7E4B33376B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16" creationId="{EA804283-B929-4503-802F-4585376E2B42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18" creationId="{AD3811F5-514E-49A4-B382-673ED228A4CC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20" creationId="{067AD921-1CEE-4C1B-9AA3-C66D908DDD14}"/>
          </ac:spMkLst>
        </pc:spChg>
        <pc:spChg chg="add del">
          <ac:chgData name="srodrig4 (Smitha Rodrigues)" userId="f2576612-8741-4e63-8ba1-a034fc8dc049" providerId="ADAL" clId="{6AFEFEA0-81E9-4C71-917C-1D883676628C}" dt="2025-12-23T23:07:41.047" v="4" actId="26606"/>
          <ac:spMkLst>
            <pc:docMk/>
            <pc:sldMk cId="2304890669" sldId="256"/>
            <ac:spMk id="22" creationId="{C36A08F5-3B56-47C5-A371-9187BE56E1E5}"/>
          </ac:spMkLst>
        </pc:spChg>
        <pc:spChg chg="ad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4" creationId="{0E42565C-E3CC-4EF0-8093-88FCC788A3C2}"/>
          </ac:spMkLst>
        </pc:spChg>
        <pc:spChg chg="ad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5" creationId="{02F429C4-ABC9-46FC-818A-B5429CDE4A96}"/>
          </ac:spMkLst>
        </pc:spChg>
        <pc:spChg chg="ad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6" creationId="{2CEF98E4-3709-4952-8F42-2305CCE34FA3}"/>
          </ac:spMkLst>
        </pc:spChg>
        <pc:spChg chg="ad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7" creationId="{F10BCCF5-D685-47FF-B675-647EAEB72C8E}"/>
          </ac:spMkLst>
        </pc:spChg>
        <pc:spChg chg="add">
          <ac:chgData name="srodrig4 (Smitha Rodrigues)" userId="f2576612-8741-4e63-8ba1-a034fc8dc049" providerId="ADAL" clId="{6AFEFEA0-81E9-4C71-917C-1D883676628C}" dt="2025-12-23T23:07:41.069" v="5" actId="26606"/>
          <ac:spMkLst>
            <pc:docMk/>
            <pc:sldMk cId="2304890669" sldId="256"/>
            <ac:spMk id="28" creationId="{B0EE8A42-107A-4D4C-8D56-BBAE95C7FC0D}"/>
          </ac:spMkLst>
        </pc:spChg>
        <pc:cxnChg chg="add del">
          <ac:chgData name="srodrig4 (Smitha Rodrigues)" userId="f2576612-8741-4e63-8ba1-a034fc8dc049" providerId="ADAL" clId="{6AFEFEA0-81E9-4C71-917C-1D883676628C}" dt="2025-12-23T23:07:41.047" v="4" actId="26606"/>
          <ac:cxnSpMkLst>
            <pc:docMk/>
            <pc:sldMk cId="2304890669" sldId="256"/>
            <ac:cxnSpMk id="12" creationId="{266A0658-1CC4-4B0D-AAB7-A702286AFB03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7:50.306" v="6" actId="26606"/>
        <pc:sldMkLst>
          <pc:docMk/>
          <pc:sldMk cId="241065268" sldId="257"/>
        </pc:sldMkLst>
        <pc:spChg chg="mod">
          <ac:chgData name="srodrig4 (Smitha Rodrigues)" userId="f2576612-8741-4e63-8ba1-a034fc8dc049" providerId="ADAL" clId="{6AFEFEA0-81E9-4C71-917C-1D883676628C}" dt="2025-12-23T23:07:50.306" v="6" actId="26606"/>
          <ac:spMkLst>
            <pc:docMk/>
            <pc:sldMk cId="241065268" sldId="257"/>
            <ac:spMk id="2" creationId="{19829864-E999-E65E-8646-48081EACA6F2}"/>
          </ac:spMkLst>
        </pc:spChg>
        <pc:spChg chg="mod">
          <ac:chgData name="srodrig4 (Smitha Rodrigues)" userId="f2576612-8741-4e63-8ba1-a034fc8dc049" providerId="ADAL" clId="{6AFEFEA0-81E9-4C71-917C-1D883676628C}" dt="2025-12-23T23:07:50.306" v="6" actId="26606"/>
          <ac:spMkLst>
            <pc:docMk/>
            <pc:sldMk cId="241065268" sldId="257"/>
            <ac:spMk id="3" creationId="{31D44D90-6616-6404-B124-68D2CB73B219}"/>
          </ac:spMkLst>
        </pc:spChg>
        <pc:spChg chg="add">
          <ac:chgData name="srodrig4 (Smitha Rodrigues)" userId="f2576612-8741-4e63-8ba1-a034fc8dc049" providerId="ADAL" clId="{6AFEFEA0-81E9-4C71-917C-1D883676628C}" dt="2025-12-23T23:07:50.306" v="6" actId="26606"/>
          <ac:spMkLst>
            <pc:docMk/>
            <pc:sldMk cId="241065268" sldId="257"/>
            <ac:spMk id="8" creationId="{3AD318CC-E2A8-4E27-9548-A047A78999B1}"/>
          </ac:spMkLst>
        </pc:spChg>
        <pc:spChg chg="add">
          <ac:chgData name="srodrig4 (Smitha Rodrigues)" userId="f2576612-8741-4e63-8ba1-a034fc8dc049" providerId="ADAL" clId="{6AFEFEA0-81E9-4C71-917C-1D883676628C}" dt="2025-12-23T23:07:50.306" v="6" actId="26606"/>
          <ac:spMkLst>
            <pc:docMk/>
            <pc:sldMk cId="241065268" sldId="257"/>
            <ac:spMk id="14" creationId="{2C1BBA94-3F40-40AA-8BB9-E69E25E537C1}"/>
          </ac:spMkLst>
        </pc:spChg>
        <pc:grpChg chg="add">
          <ac:chgData name="srodrig4 (Smitha Rodrigues)" userId="f2576612-8741-4e63-8ba1-a034fc8dc049" providerId="ADAL" clId="{6AFEFEA0-81E9-4C71-917C-1D883676628C}" dt="2025-12-23T23:07:50.306" v="6" actId="26606"/>
          <ac:grpSpMkLst>
            <pc:docMk/>
            <pc:sldMk cId="241065268" sldId="257"/>
            <ac:grpSpMk id="10" creationId="{B14B560F-9DD7-4302-A60B-EBD3EF59B073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7:55.837" v="7" actId="26606"/>
        <pc:sldMkLst>
          <pc:docMk/>
          <pc:sldMk cId="4229304359" sldId="258"/>
        </pc:sldMkLst>
        <pc:spChg chg="mod">
          <ac:chgData name="srodrig4 (Smitha Rodrigues)" userId="f2576612-8741-4e63-8ba1-a034fc8dc049" providerId="ADAL" clId="{6AFEFEA0-81E9-4C71-917C-1D883676628C}" dt="2025-12-23T23:07:55.837" v="7" actId="26606"/>
          <ac:spMkLst>
            <pc:docMk/>
            <pc:sldMk cId="4229304359" sldId="258"/>
            <ac:spMk id="2" creationId="{9A793A5A-9674-DC89-0763-6681EEF0C1D8}"/>
          </ac:spMkLst>
        </pc:spChg>
        <pc:spChg chg="mod">
          <ac:chgData name="srodrig4 (Smitha Rodrigues)" userId="f2576612-8741-4e63-8ba1-a034fc8dc049" providerId="ADAL" clId="{6AFEFEA0-81E9-4C71-917C-1D883676628C}" dt="2025-12-23T23:07:55.837" v="7" actId="26606"/>
          <ac:spMkLst>
            <pc:docMk/>
            <pc:sldMk cId="4229304359" sldId="258"/>
            <ac:spMk id="3" creationId="{02D73D52-F8AA-0A48-078C-003E9931C02C}"/>
          </ac:spMkLst>
        </pc:spChg>
        <pc:spChg chg="add">
          <ac:chgData name="srodrig4 (Smitha Rodrigues)" userId="f2576612-8741-4e63-8ba1-a034fc8dc049" providerId="ADAL" clId="{6AFEFEA0-81E9-4C71-917C-1D883676628C}" dt="2025-12-23T23:07:55.837" v="7" actId="26606"/>
          <ac:spMkLst>
            <pc:docMk/>
            <pc:sldMk cId="4229304359" sldId="258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7:55.837" v="7" actId="26606"/>
          <ac:spMkLst>
            <pc:docMk/>
            <pc:sldMk cId="4229304359" sldId="258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7:55.837" v="7" actId="26606"/>
          <ac:grpSpMkLst>
            <pc:docMk/>
            <pc:sldMk cId="4229304359" sldId="258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7:55.837" v="7" actId="26606"/>
          <ac:cxnSpMkLst>
            <pc:docMk/>
            <pc:sldMk cId="4229304359" sldId="258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05.767" v="8" actId="26606"/>
        <pc:sldMkLst>
          <pc:docMk/>
          <pc:sldMk cId="3111368882" sldId="259"/>
        </pc:sldMkLst>
        <pc:spChg chg="mod">
          <ac:chgData name="srodrig4 (Smitha Rodrigues)" userId="f2576612-8741-4e63-8ba1-a034fc8dc049" providerId="ADAL" clId="{6AFEFEA0-81E9-4C71-917C-1D883676628C}" dt="2025-12-23T23:08:05.767" v="8" actId="26606"/>
          <ac:spMkLst>
            <pc:docMk/>
            <pc:sldMk cId="3111368882" sldId="259"/>
            <ac:spMk id="2" creationId="{0E026200-6E27-32B0-4E4F-F2D1DD835EE0}"/>
          </ac:spMkLst>
        </pc:spChg>
        <pc:spChg chg="mod">
          <ac:chgData name="srodrig4 (Smitha Rodrigues)" userId="f2576612-8741-4e63-8ba1-a034fc8dc049" providerId="ADAL" clId="{6AFEFEA0-81E9-4C71-917C-1D883676628C}" dt="2025-12-23T23:08:05.767" v="8" actId="26606"/>
          <ac:spMkLst>
            <pc:docMk/>
            <pc:sldMk cId="3111368882" sldId="259"/>
            <ac:spMk id="3" creationId="{93157E6E-46DE-9902-253B-C3879F53D516}"/>
          </ac:spMkLst>
        </pc:spChg>
        <pc:spChg chg="add">
          <ac:chgData name="srodrig4 (Smitha Rodrigues)" userId="f2576612-8741-4e63-8ba1-a034fc8dc049" providerId="ADAL" clId="{6AFEFEA0-81E9-4C71-917C-1D883676628C}" dt="2025-12-23T23:08:05.767" v="8" actId="26606"/>
          <ac:spMkLst>
            <pc:docMk/>
            <pc:sldMk cId="3111368882" sldId="259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8:05.767" v="8" actId="26606"/>
          <ac:spMkLst>
            <pc:docMk/>
            <pc:sldMk cId="3111368882" sldId="259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8:05.767" v="8" actId="26606"/>
          <ac:grpSpMkLst>
            <pc:docMk/>
            <pc:sldMk cId="3111368882" sldId="259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8:05.767" v="8" actId="26606"/>
          <ac:cxnSpMkLst>
            <pc:docMk/>
            <pc:sldMk cId="3111368882" sldId="259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10.597" v="9" actId="26606"/>
        <pc:sldMkLst>
          <pc:docMk/>
          <pc:sldMk cId="3323940733" sldId="260"/>
        </pc:sldMkLst>
        <pc:spChg chg="mod">
          <ac:chgData name="srodrig4 (Smitha Rodrigues)" userId="f2576612-8741-4e63-8ba1-a034fc8dc049" providerId="ADAL" clId="{6AFEFEA0-81E9-4C71-917C-1D883676628C}" dt="2025-12-23T23:08:10.597" v="9" actId="26606"/>
          <ac:spMkLst>
            <pc:docMk/>
            <pc:sldMk cId="3323940733" sldId="260"/>
            <ac:spMk id="2" creationId="{3F7E17D5-3184-4696-4867-820920B2AAAE}"/>
          </ac:spMkLst>
        </pc:spChg>
        <pc:spChg chg="mod">
          <ac:chgData name="srodrig4 (Smitha Rodrigues)" userId="f2576612-8741-4e63-8ba1-a034fc8dc049" providerId="ADAL" clId="{6AFEFEA0-81E9-4C71-917C-1D883676628C}" dt="2025-12-23T23:08:10.597" v="9" actId="26606"/>
          <ac:spMkLst>
            <pc:docMk/>
            <pc:sldMk cId="3323940733" sldId="260"/>
            <ac:spMk id="3" creationId="{93078F02-631C-F9BE-41F7-38391F3FBDA8}"/>
          </ac:spMkLst>
        </pc:spChg>
        <pc:spChg chg="add">
          <ac:chgData name="srodrig4 (Smitha Rodrigues)" userId="f2576612-8741-4e63-8ba1-a034fc8dc049" providerId="ADAL" clId="{6AFEFEA0-81E9-4C71-917C-1D883676628C}" dt="2025-12-23T23:08:10.597" v="9" actId="26606"/>
          <ac:spMkLst>
            <pc:docMk/>
            <pc:sldMk cId="3323940733" sldId="260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8:10.597" v="9" actId="26606"/>
          <ac:spMkLst>
            <pc:docMk/>
            <pc:sldMk cId="3323940733" sldId="260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8:10.597" v="9" actId="26606"/>
          <ac:grpSpMkLst>
            <pc:docMk/>
            <pc:sldMk cId="3323940733" sldId="260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8:10.597" v="9" actId="26606"/>
          <ac:cxnSpMkLst>
            <pc:docMk/>
            <pc:sldMk cId="3323940733" sldId="260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15.044" v="10" actId="26606"/>
        <pc:sldMkLst>
          <pc:docMk/>
          <pc:sldMk cId="588639337" sldId="261"/>
        </pc:sldMkLst>
        <pc:spChg chg="mod">
          <ac:chgData name="srodrig4 (Smitha Rodrigues)" userId="f2576612-8741-4e63-8ba1-a034fc8dc049" providerId="ADAL" clId="{6AFEFEA0-81E9-4C71-917C-1D883676628C}" dt="2025-12-23T23:08:15.044" v="10" actId="26606"/>
          <ac:spMkLst>
            <pc:docMk/>
            <pc:sldMk cId="588639337" sldId="261"/>
            <ac:spMk id="2" creationId="{42245551-1B48-FFFD-16BA-A81776440CF0}"/>
          </ac:spMkLst>
        </pc:spChg>
        <pc:spChg chg="mod">
          <ac:chgData name="srodrig4 (Smitha Rodrigues)" userId="f2576612-8741-4e63-8ba1-a034fc8dc049" providerId="ADAL" clId="{6AFEFEA0-81E9-4C71-917C-1D883676628C}" dt="2025-12-23T23:08:15.044" v="10" actId="26606"/>
          <ac:spMkLst>
            <pc:docMk/>
            <pc:sldMk cId="588639337" sldId="261"/>
            <ac:spMk id="3" creationId="{BFF55A75-2392-E863-A31A-07B6913625CB}"/>
          </ac:spMkLst>
        </pc:spChg>
        <pc:spChg chg="add">
          <ac:chgData name="srodrig4 (Smitha Rodrigues)" userId="f2576612-8741-4e63-8ba1-a034fc8dc049" providerId="ADAL" clId="{6AFEFEA0-81E9-4C71-917C-1D883676628C}" dt="2025-12-23T23:08:15.044" v="10" actId="26606"/>
          <ac:spMkLst>
            <pc:docMk/>
            <pc:sldMk cId="588639337" sldId="261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8:15.044" v="10" actId="26606"/>
          <ac:spMkLst>
            <pc:docMk/>
            <pc:sldMk cId="588639337" sldId="261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8:15.044" v="10" actId="26606"/>
          <ac:grpSpMkLst>
            <pc:docMk/>
            <pc:sldMk cId="588639337" sldId="261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8:15.044" v="10" actId="26606"/>
          <ac:cxnSpMkLst>
            <pc:docMk/>
            <pc:sldMk cId="588639337" sldId="261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18.972" v="11" actId="26606"/>
        <pc:sldMkLst>
          <pc:docMk/>
          <pc:sldMk cId="4188973384" sldId="262"/>
        </pc:sldMkLst>
        <pc:spChg chg="mod">
          <ac:chgData name="srodrig4 (Smitha Rodrigues)" userId="f2576612-8741-4e63-8ba1-a034fc8dc049" providerId="ADAL" clId="{6AFEFEA0-81E9-4C71-917C-1D883676628C}" dt="2025-12-23T23:08:18.972" v="11" actId="26606"/>
          <ac:spMkLst>
            <pc:docMk/>
            <pc:sldMk cId="4188973384" sldId="262"/>
            <ac:spMk id="2" creationId="{D090ECE2-26E0-3906-C748-C354A5F9C257}"/>
          </ac:spMkLst>
        </pc:spChg>
        <pc:spChg chg="mod">
          <ac:chgData name="srodrig4 (Smitha Rodrigues)" userId="f2576612-8741-4e63-8ba1-a034fc8dc049" providerId="ADAL" clId="{6AFEFEA0-81E9-4C71-917C-1D883676628C}" dt="2025-12-23T23:08:18.972" v="11" actId="26606"/>
          <ac:spMkLst>
            <pc:docMk/>
            <pc:sldMk cId="4188973384" sldId="262"/>
            <ac:spMk id="3" creationId="{F6D353EC-E7AC-F954-0FFD-2EACA7BA632B}"/>
          </ac:spMkLst>
        </pc:spChg>
        <pc:spChg chg="add">
          <ac:chgData name="srodrig4 (Smitha Rodrigues)" userId="f2576612-8741-4e63-8ba1-a034fc8dc049" providerId="ADAL" clId="{6AFEFEA0-81E9-4C71-917C-1D883676628C}" dt="2025-12-23T23:08:18.972" v="11" actId="26606"/>
          <ac:spMkLst>
            <pc:docMk/>
            <pc:sldMk cId="4188973384" sldId="262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8:18.972" v="11" actId="26606"/>
          <ac:spMkLst>
            <pc:docMk/>
            <pc:sldMk cId="4188973384" sldId="262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8:18.972" v="11" actId="26606"/>
          <ac:grpSpMkLst>
            <pc:docMk/>
            <pc:sldMk cId="4188973384" sldId="262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8:18.972" v="11" actId="26606"/>
          <ac:cxnSpMkLst>
            <pc:docMk/>
            <pc:sldMk cId="4188973384" sldId="262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23.269" v="12" actId="26606"/>
        <pc:sldMkLst>
          <pc:docMk/>
          <pc:sldMk cId="2607997096" sldId="263"/>
        </pc:sldMkLst>
        <pc:spChg chg="mod">
          <ac:chgData name="srodrig4 (Smitha Rodrigues)" userId="f2576612-8741-4e63-8ba1-a034fc8dc049" providerId="ADAL" clId="{6AFEFEA0-81E9-4C71-917C-1D883676628C}" dt="2025-12-23T23:08:23.269" v="12" actId="26606"/>
          <ac:spMkLst>
            <pc:docMk/>
            <pc:sldMk cId="2607997096" sldId="263"/>
            <ac:spMk id="2" creationId="{D804A462-871E-A663-8E23-5B4830540F36}"/>
          </ac:spMkLst>
        </pc:spChg>
        <pc:spChg chg="mod">
          <ac:chgData name="srodrig4 (Smitha Rodrigues)" userId="f2576612-8741-4e63-8ba1-a034fc8dc049" providerId="ADAL" clId="{6AFEFEA0-81E9-4C71-917C-1D883676628C}" dt="2025-12-23T23:08:23.269" v="12" actId="26606"/>
          <ac:spMkLst>
            <pc:docMk/>
            <pc:sldMk cId="2607997096" sldId="263"/>
            <ac:spMk id="3" creationId="{BB66A39C-5DC9-CA89-745D-0A119DFC5239}"/>
          </ac:spMkLst>
        </pc:spChg>
        <pc:spChg chg="add">
          <ac:chgData name="srodrig4 (Smitha Rodrigues)" userId="f2576612-8741-4e63-8ba1-a034fc8dc049" providerId="ADAL" clId="{6AFEFEA0-81E9-4C71-917C-1D883676628C}" dt="2025-12-23T23:08:23.269" v="12" actId="26606"/>
          <ac:spMkLst>
            <pc:docMk/>
            <pc:sldMk cId="2607997096" sldId="263"/>
            <ac:spMk id="8" creationId="{B6CDA21F-E7AF-4C75-8395-33F58D5B0E45}"/>
          </ac:spMkLst>
        </pc:spChg>
        <pc:spChg chg="add">
          <ac:chgData name="srodrig4 (Smitha Rodrigues)" userId="f2576612-8741-4e63-8ba1-a034fc8dc049" providerId="ADAL" clId="{6AFEFEA0-81E9-4C71-917C-1D883676628C}" dt="2025-12-23T23:08:23.269" v="12" actId="26606"/>
          <ac:spMkLst>
            <pc:docMk/>
            <pc:sldMk cId="2607997096" sldId="263"/>
            <ac:spMk id="15" creationId="{D5B0017B-2ECA-49AF-B397-DC140825DF8D}"/>
          </ac:spMkLst>
        </pc:spChg>
        <pc:grpChg chg="add">
          <ac:chgData name="srodrig4 (Smitha Rodrigues)" userId="f2576612-8741-4e63-8ba1-a034fc8dc049" providerId="ADAL" clId="{6AFEFEA0-81E9-4C71-917C-1D883676628C}" dt="2025-12-23T23:08:23.269" v="12" actId="26606"/>
          <ac:grpSpMkLst>
            <pc:docMk/>
            <pc:sldMk cId="2607997096" sldId="263"/>
            <ac:grpSpMk id="10" creationId="{AE1C45F0-260A-458C-96ED-C1F6D2151219}"/>
          </ac:grpSpMkLst>
        </pc:grpChg>
        <pc:cxnChg chg="add">
          <ac:chgData name="srodrig4 (Smitha Rodrigues)" userId="f2576612-8741-4e63-8ba1-a034fc8dc049" providerId="ADAL" clId="{6AFEFEA0-81E9-4C71-917C-1D883676628C}" dt="2025-12-23T23:08:23.269" v="12" actId="26606"/>
          <ac:cxnSpMkLst>
            <pc:docMk/>
            <pc:sldMk cId="2607997096" sldId="263"/>
            <ac:cxnSpMk id="17" creationId="{6CF1BAF6-AD41-4082-B212-8A1F9A2E8779}"/>
          </ac:cxnSpMkLst>
        </pc:cxnChg>
      </pc:sldChg>
      <pc:sldChg chg="addSp modSp mod setBg">
        <pc:chgData name="srodrig4 (Smitha Rodrigues)" userId="f2576612-8741-4e63-8ba1-a034fc8dc049" providerId="ADAL" clId="{6AFEFEA0-81E9-4C71-917C-1D883676628C}" dt="2025-12-23T23:08:28.797" v="13" actId="26606"/>
        <pc:sldMkLst>
          <pc:docMk/>
          <pc:sldMk cId="4058802300" sldId="264"/>
        </pc:sldMkLst>
        <pc:spChg chg="mod">
          <ac:chgData name="srodrig4 (Smitha Rodrigues)" userId="f2576612-8741-4e63-8ba1-a034fc8dc049" providerId="ADAL" clId="{6AFEFEA0-81E9-4C71-917C-1D883676628C}" dt="2025-12-23T23:08:28.797" v="13" actId="26606"/>
          <ac:spMkLst>
            <pc:docMk/>
            <pc:sldMk cId="4058802300" sldId="264"/>
            <ac:spMk id="2" creationId="{2F1B0591-F714-D81E-78B6-3F177BB51149}"/>
          </ac:spMkLst>
        </pc:spChg>
        <pc:spChg chg="mod">
          <ac:chgData name="srodrig4 (Smitha Rodrigues)" userId="f2576612-8741-4e63-8ba1-a034fc8dc049" providerId="ADAL" clId="{6AFEFEA0-81E9-4C71-917C-1D883676628C}" dt="2025-12-23T23:08:28.797" v="13" actId="26606"/>
          <ac:spMkLst>
            <pc:docMk/>
            <pc:sldMk cId="4058802300" sldId="264"/>
            <ac:spMk id="3" creationId="{00313115-4FC0-BF11-3341-04D739F076C3}"/>
          </ac:spMkLst>
        </pc:spChg>
        <pc:spChg chg="add">
          <ac:chgData name="srodrig4 (Smitha Rodrigues)" userId="f2576612-8741-4e63-8ba1-a034fc8dc049" providerId="ADAL" clId="{6AFEFEA0-81E9-4C71-917C-1D883676628C}" dt="2025-12-23T23:08:28.797" v="13" actId="26606"/>
          <ac:spMkLst>
            <pc:docMk/>
            <pc:sldMk cId="4058802300" sldId="264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28.797" v="13" actId="26606"/>
          <ac:spMkLst>
            <pc:docMk/>
            <pc:sldMk cId="4058802300" sldId="264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28.797" v="13" actId="26606"/>
          <ac:grpSpMkLst>
            <pc:docMk/>
            <pc:sldMk cId="4058802300" sldId="264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33.733" v="14" actId="26606"/>
        <pc:sldMkLst>
          <pc:docMk/>
          <pc:sldMk cId="745075480" sldId="265"/>
        </pc:sldMkLst>
        <pc:spChg chg="mod">
          <ac:chgData name="srodrig4 (Smitha Rodrigues)" userId="f2576612-8741-4e63-8ba1-a034fc8dc049" providerId="ADAL" clId="{6AFEFEA0-81E9-4C71-917C-1D883676628C}" dt="2025-12-23T23:08:33.733" v="14" actId="26606"/>
          <ac:spMkLst>
            <pc:docMk/>
            <pc:sldMk cId="745075480" sldId="265"/>
            <ac:spMk id="2" creationId="{D969B181-10BA-A134-832B-F340ECCD73BE}"/>
          </ac:spMkLst>
        </pc:spChg>
        <pc:spChg chg="mod">
          <ac:chgData name="srodrig4 (Smitha Rodrigues)" userId="f2576612-8741-4e63-8ba1-a034fc8dc049" providerId="ADAL" clId="{6AFEFEA0-81E9-4C71-917C-1D883676628C}" dt="2025-12-23T23:08:33.733" v="14" actId="26606"/>
          <ac:spMkLst>
            <pc:docMk/>
            <pc:sldMk cId="745075480" sldId="265"/>
            <ac:spMk id="3" creationId="{3F578A70-251E-CD08-4FF3-6A70648E38F9}"/>
          </ac:spMkLst>
        </pc:spChg>
        <pc:spChg chg="add">
          <ac:chgData name="srodrig4 (Smitha Rodrigues)" userId="f2576612-8741-4e63-8ba1-a034fc8dc049" providerId="ADAL" clId="{6AFEFEA0-81E9-4C71-917C-1D883676628C}" dt="2025-12-23T23:08:33.733" v="14" actId="26606"/>
          <ac:spMkLst>
            <pc:docMk/>
            <pc:sldMk cId="745075480" sldId="265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33.733" v="14" actId="26606"/>
          <ac:spMkLst>
            <pc:docMk/>
            <pc:sldMk cId="745075480" sldId="265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33.733" v="14" actId="26606"/>
          <ac:grpSpMkLst>
            <pc:docMk/>
            <pc:sldMk cId="745075480" sldId="265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37.964" v="15" actId="26606"/>
        <pc:sldMkLst>
          <pc:docMk/>
          <pc:sldMk cId="35835338" sldId="266"/>
        </pc:sldMkLst>
        <pc:spChg chg="mod">
          <ac:chgData name="srodrig4 (Smitha Rodrigues)" userId="f2576612-8741-4e63-8ba1-a034fc8dc049" providerId="ADAL" clId="{6AFEFEA0-81E9-4C71-917C-1D883676628C}" dt="2025-12-23T23:08:37.964" v="15" actId="26606"/>
          <ac:spMkLst>
            <pc:docMk/>
            <pc:sldMk cId="35835338" sldId="266"/>
            <ac:spMk id="2" creationId="{82E94727-E703-153B-2CDC-046B238A1C1A}"/>
          </ac:spMkLst>
        </pc:spChg>
        <pc:spChg chg="mod">
          <ac:chgData name="srodrig4 (Smitha Rodrigues)" userId="f2576612-8741-4e63-8ba1-a034fc8dc049" providerId="ADAL" clId="{6AFEFEA0-81E9-4C71-917C-1D883676628C}" dt="2025-12-23T23:08:37.964" v="15" actId="26606"/>
          <ac:spMkLst>
            <pc:docMk/>
            <pc:sldMk cId="35835338" sldId="266"/>
            <ac:spMk id="3" creationId="{E384486D-8E34-7FBD-B1FB-70B7EA82F006}"/>
          </ac:spMkLst>
        </pc:spChg>
        <pc:spChg chg="add">
          <ac:chgData name="srodrig4 (Smitha Rodrigues)" userId="f2576612-8741-4e63-8ba1-a034fc8dc049" providerId="ADAL" clId="{6AFEFEA0-81E9-4C71-917C-1D883676628C}" dt="2025-12-23T23:08:37.964" v="15" actId="26606"/>
          <ac:spMkLst>
            <pc:docMk/>
            <pc:sldMk cId="35835338" sldId="266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37.964" v="15" actId="26606"/>
          <ac:spMkLst>
            <pc:docMk/>
            <pc:sldMk cId="35835338" sldId="266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37.964" v="15" actId="26606"/>
          <ac:grpSpMkLst>
            <pc:docMk/>
            <pc:sldMk cId="35835338" sldId="266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41.809" v="16" actId="26606"/>
        <pc:sldMkLst>
          <pc:docMk/>
          <pc:sldMk cId="3565521348" sldId="267"/>
        </pc:sldMkLst>
        <pc:spChg chg="mod">
          <ac:chgData name="srodrig4 (Smitha Rodrigues)" userId="f2576612-8741-4e63-8ba1-a034fc8dc049" providerId="ADAL" clId="{6AFEFEA0-81E9-4C71-917C-1D883676628C}" dt="2025-12-23T23:08:41.809" v="16" actId="26606"/>
          <ac:spMkLst>
            <pc:docMk/>
            <pc:sldMk cId="3565521348" sldId="267"/>
            <ac:spMk id="2" creationId="{2D4793D5-D1FD-373A-592F-C9C72D2597E5}"/>
          </ac:spMkLst>
        </pc:spChg>
        <pc:spChg chg="mod">
          <ac:chgData name="srodrig4 (Smitha Rodrigues)" userId="f2576612-8741-4e63-8ba1-a034fc8dc049" providerId="ADAL" clId="{6AFEFEA0-81E9-4C71-917C-1D883676628C}" dt="2025-12-23T23:08:41.809" v="16" actId="26606"/>
          <ac:spMkLst>
            <pc:docMk/>
            <pc:sldMk cId="3565521348" sldId="267"/>
            <ac:spMk id="3" creationId="{10111575-A57F-E7EA-97DD-D99EB4FD4302}"/>
          </ac:spMkLst>
        </pc:spChg>
        <pc:spChg chg="add">
          <ac:chgData name="srodrig4 (Smitha Rodrigues)" userId="f2576612-8741-4e63-8ba1-a034fc8dc049" providerId="ADAL" clId="{6AFEFEA0-81E9-4C71-917C-1D883676628C}" dt="2025-12-23T23:08:41.809" v="16" actId="26606"/>
          <ac:spMkLst>
            <pc:docMk/>
            <pc:sldMk cId="3565521348" sldId="267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41.809" v="16" actId="26606"/>
          <ac:spMkLst>
            <pc:docMk/>
            <pc:sldMk cId="3565521348" sldId="267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41.809" v="16" actId="26606"/>
          <ac:grpSpMkLst>
            <pc:docMk/>
            <pc:sldMk cId="3565521348" sldId="267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46.401" v="17" actId="26606"/>
        <pc:sldMkLst>
          <pc:docMk/>
          <pc:sldMk cId="1776586529" sldId="268"/>
        </pc:sldMkLst>
        <pc:spChg chg="mod">
          <ac:chgData name="srodrig4 (Smitha Rodrigues)" userId="f2576612-8741-4e63-8ba1-a034fc8dc049" providerId="ADAL" clId="{6AFEFEA0-81E9-4C71-917C-1D883676628C}" dt="2025-12-23T23:08:46.401" v="17" actId="26606"/>
          <ac:spMkLst>
            <pc:docMk/>
            <pc:sldMk cId="1776586529" sldId="268"/>
            <ac:spMk id="2" creationId="{ABB8CF94-3EF5-AEA3-23CA-91E07080D7CE}"/>
          </ac:spMkLst>
        </pc:spChg>
        <pc:spChg chg="mod">
          <ac:chgData name="srodrig4 (Smitha Rodrigues)" userId="f2576612-8741-4e63-8ba1-a034fc8dc049" providerId="ADAL" clId="{6AFEFEA0-81E9-4C71-917C-1D883676628C}" dt="2025-12-23T23:08:46.401" v="17" actId="26606"/>
          <ac:spMkLst>
            <pc:docMk/>
            <pc:sldMk cId="1776586529" sldId="268"/>
            <ac:spMk id="3" creationId="{693DE848-85FC-2F14-B0AC-0D8788C70F41}"/>
          </ac:spMkLst>
        </pc:spChg>
        <pc:spChg chg="add">
          <ac:chgData name="srodrig4 (Smitha Rodrigues)" userId="f2576612-8741-4e63-8ba1-a034fc8dc049" providerId="ADAL" clId="{6AFEFEA0-81E9-4C71-917C-1D883676628C}" dt="2025-12-23T23:08:46.401" v="17" actId="26606"/>
          <ac:spMkLst>
            <pc:docMk/>
            <pc:sldMk cId="1776586529" sldId="268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46.401" v="17" actId="26606"/>
          <ac:spMkLst>
            <pc:docMk/>
            <pc:sldMk cId="1776586529" sldId="268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46.401" v="17" actId="26606"/>
          <ac:grpSpMkLst>
            <pc:docMk/>
            <pc:sldMk cId="1776586529" sldId="268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50.114" v="18" actId="26606"/>
        <pc:sldMkLst>
          <pc:docMk/>
          <pc:sldMk cId="3562736184" sldId="269"/>
        </pc:sldMkLst>
        <pc:spChg chg="mod">
          <ac:chgData name="srodrig4 (Smitha Rodrigues)" userId="f2576612-8741-4e63-8ba1-a034fc8dc049" providerId="ADAL" clId="{6AFEFEA0-81E9-4C71-917C-1D883676628C}" dt="2025-12-23T23:08:50.114" v="18" actId="26606"/>
          <ac:spMkLst>
            <pc:docMk/>
            <pc:sldMk cId="3562736184" sldId="269"/>
            <ac:spMk id="2" creationId="{C209E0FE-0B50-A872-2287-443A3D6D843D}"/>
          </ac:spMkLst>
        </pc:spChg>
        <pc:spChg chg="mod">
          <ac:chgData name="srodrig4 (Smitha Rodrigues)" userId="f2576612-8741-4e63-8ba1-a034fc8dc049" providerId="ADAL" clId="{6AFEFEA0-81E9-4C71-917C-1D883676628C}" dt="2025-12-23T23:08:50.114" v="18" actId="26606"/>
          <ac:spMkLst>
            <pc:docMk/>
            <pc:sldMk cId="3562736184" sldId="269"/>
            <ac:spMk id="3" creationId="{C4C4F298-9BA4-927C-4901-174DC33B6405}"/>
          </ac:spMkLst>
        </pc:spChg>
        <pc:spChg chg="add">
          <ac:chgData name="srodrig4 (Smitha Rodrigues)" userId="f2576612-8741-4e63-8ba1-a034fc8dc049" providerId="ADAL" clId="{6AFEFEA0-81E9-4C71-917C-1D883676628C}" dt="2025-12-23T23:08:50.114" v="18" actId="26606"/>
          <ac:spMkLst>
            <pc:docMk/>
            <pc:sldMk cId="3562736184" sldId="269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50.114" v="18" actId="26606"/>
          <ac:spMkLst>
            <pc:docMk/>
            <pc:sldMk cId="3562736184" sldId="269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50.114" v="18" actId="26606"/>
          <ac:grpSpMkLst>
            <pc:docMk/>
            <pc:sldMk cId="3562736184" sldId="269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53.814" v="19" actId="26606"/>
        <pc:sldMkLst>
          <pc:docMk/>
          <pc:sldMk cId="25202847" sldId="270"/>
        </pc:sldMkLst>
        <pc:spChg chg="mod">
          <ac:chgData name="srodrig4 (Smitha Rodrigues)" userId="f2576612-8741-4e63-8ba1-a034fc8dc049" providerId="ADAL" clId="{6AFEFEA0-81E9-4C71-917C-1D883676628C}" dt="2025-12-23T23:08:53.814" v="19" actId="26606"/>
          <ac:spMkLst>
            <pc:docMk/>
            <pc:sldMk cId="25202847" sldId="270"/>
            <ac:spMk id="2" creationId="{6BD43593-6F2E-75CC-412D-2E79533A4A2A}"/>
          </ac:spMkLst>
        </pc:spChg>
        <pc:spChg chg="mod">
          <ac:chgData name="srodrig4 (Smitha Rodrigues)" userId="f2576612-8741-4e63-8ba1-a034fc8dc049" providerId="ADAL" clId="{6AFEFEA0-81E9-4C71-917C-1D883676628C}" dt="2025-12-23T23:08:53.814" v="19" actId="26606"/>
          <ac:spMkLst>
            <pc:docMk/>
            <pc:sldMk cId="25202847" sldId="270"/>
            <ac:spMk id="3" creationId="{6844D6E3-9652-21C1-2521-D76EFF86AC1A}"/>
          </ac:spMkLst>
        </pc:spChg>
        <pc:spChg chg="add">
          <ac:chgData name="srodrig4 (Smitha Rodrigues)" userId="f2576612-8741-4e63-8ba1-a034fc8dc049" providerId="ADAL" clId="{6AFEFEA0-81E9-4C71-917C-1D883676628C}" dt="2025-12-23T23:08:53.814" v="19" actId="26606"/>
          <ac:spMkLst>
            <pc:docMk/>
            <pc:sldMk cId="25202847" sldId="270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53.814" v="19" actId="26606"/>
          <ac:spMkLst>
            <pc:docMk/>
            <pc:sldMk cId="25202847" sldId="270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53.814" v="19" actId="26606"/>
          <ac:grpSpMkLst>
            <pc:docMk/>
            <pc:sldMk cId="25202847" sldId="270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8:59.948" v="20" actId="26606"/>
        <pc:sldMkLst>
          <pc:docMk/>
          <pc:sldMk cId="1530112709" sldId="271"/>
        </pc:sldMkLst>
        <pc:spChg chg="mod">
          <ac:chgData name="srodrig4 (Smitha Rodrigues)" userId="f2576612-8741-4e63-8ba1-a034fc8dc049" providerId="ADAL" clId="{6AFEFEA0-81E9-4C71-917C-1D883676628C}" dt="2025-12-23T23:08:59.948" v="20" actId="26606"/>
          <ac:spMkLst>
            <pc:docMk/>
            <pc:sldMk cId="1530112709" sldId="271"/>
            <ac:spMk id="2" creationId="{91D8157D-6056-2502-4D01-4EEFE359ED70}"/>
          </ac:spMkLst>
        </pc:spChg>
        <pc:spChg chg="mod">
          <ac:chgData name="srodrig4 (Smitha Rodrigues)" userId="f2576612-8741-4e63-8ba1-a034fc8dc049" providerId="ADAL" clId="{6AFEFEA0-81E9-4C71-917C-1D883676628C}" dt="2025-12-23T23:08:59.948" v="20" actId="26606"/>
          <ac:spMkLst>
            <pc:docMk/>
            <pc:sldMk cId="1530112709" sldId="271"/>
            <ac:spMk id="3" creationId="{E496858F-A699-A7C8-6202-F305E218B443}"/>
          </ac:spMkLst>
        </pc:spChg>
        <pc:spChg chg="add">
          <ac:chgData name="srodrig4 (Smitha Rodrigues)" userId="f2576612-8741-4e63-8ba1-a034fc8dc049" providerId="ADAL" clId="{6AFEFEA0-81E9-4C71-917C-1D883676628C}" dt="2025-12-23T23:08:59.948" v="20" actId="26606"/>
          <ac:spMkLst>
            <pc:docMk/>
            <pc:sldMk cId="1530112709" sldId="271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8:59.948" v="20" actId="26606"/>
          <ac:spMkLst>
            <pc:docMk/>
            <pc:sldMk cId="1530112709" sldId="271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8:59.948" v="20" actId="26606"/>
          <ac:grpSpMkLst>
            <pc:docMk/>
            <pc:sldMk cId="1530112709" sldId="271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9:03.771" v="21" actId="26606"/>
        <pc:sldMkLst>
          <pc:docMk/>
          <pc:sldMk cId="2431032875" sldId="272"/>
        </pc:sldMkLst>
        <pc:spChg chg="mod">
          <ac:chgData name="srodrig4 (Smitha Rodrigues)" userId="f2576612-8741-4e63-8ba1-a034fc8dc049" providerId="ADAL" clId="{6AFEFEA0-81E9-4C71-917C-1D883676628C}" dt="2025-12-23T23:09:03.771" v="21" actId="26606"/>
          <ac:spMkLst>
            <pc:docMk/>
            <pc:sldMk cId="2431032875" sldId="272"/>
            <ac:spMk id="2" creationId="{DF909D89-89FF-A35C-A073-A6861E6A499D}"/>
          </ac:spMkLst>
        </pc:spChg>
        <pc:spChg chg="mod">
          <ac:chgData name="srodrig4 (Smitha Rodrigues)" userId="f2576612-8741-4e63-8ba1-a034fc8dc049" providerId="ADAL" clId="{6AFEFEA0-81E9-4C71-917C-1D883676628C}" dt="2025-12-23T23:09:03.771" v="21" actId="26606"/>
          <ac:spMkLst>
            <pc:docMk/>
            <pc:sldMk cId="2431032875" sldId="272"/>
            <ac:spMk id="3" creationId="{C05849D2-C194-1666-0F73-1D84EEAF11BB}"/>
          </ac:spMkLst>
        </pc:spChg>
        <pc:spChg chg="add">
          <ac:chgData name="srodrig4 (Smitha Rodrigues)" userId="f2576612-8741-4e63-8ba1-a034fc8dc049" providerId="ADAL" clId="{6AFEFEA0-81E9-4C71-917C-1D883676628C}" dt="2025-12-23T23:09:03.771" v="21" actId="26606"/>
          <ac:spMkLst>
            <pc:docMk/>
            <pc:sldMk cId="2431032875" sldId="272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9:03.771" v="21" actId="26606"/>
          <ac:spMkLst>
            <pc:docMk/>
            <pc:sldMk cId="2431032875" sldId="272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9:03.771" v="21" actId="26606"/>
          <ac:grpSpMkLst>
            <pc:docMk/>
            <pc:sldMk cId="2431032875" sldId="272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9:09.127" v="22" actId="26606"/>
        <pc:sldMkLst>
          <pc:docMk/>
          <pc:sldMk cId="466950380" sldId="273"/>
        </pc:sldMkLst>
        <pc:spChg chg="mod">
          <ac:chgData name="srodrig4 (Smitha Rodrigues)" userId="f2576612-8741-4e63-8ba1-a034fc8dc049" providerId="ADAL" clId="{6AFEFEA0-81E9-4C71-917C-1D883676628C}" dt="2025-12-23T23:09:09.127" v="22" actId="26606"/>
          <ac:spMkLst>
            <pc:docMk/>
            <pc:sldMk cId="466950380" sldId="273"/>
            <ac:spMk id="2" creationId="{11694194-3566-ABCD-1E34-A488C8ED9C14}"/>
          </ac:spMkLst>
        </pc:spChg>
        <pc:spChg chg="mod">
          <ac:chgData name="srodrig4 (Smitha Rodrigues)" userId="f2576612-8741-4e63-8ba1-a034fc8dc049" providerId="ADAL" clId="{6AFEFEA0-81E9-4C71-917C-1D883676628C}" dt="2025-12-23T23:09:09.127" v="22" actId="26606"/>
          <ac:spMkLst>
            <pc:docMk/>
            <pc:sldMk cId="466950380" sldId="273"/>
            <ac:spMk id="3" creationId="{2DFD8715-E1BE-FE5E-2979-43E210E5CB15}"/>
          </ac:spMkLst>
        </pc:spChg>
        <pc:spChg chg="add">
          <ac:chgData name="srodrig4 (Smitha Rodrigues)" userId="f2576612-8741-4e63-8ba1-a034fc8dc049" providerId="ADAL" clId="{6AFEFEA0-81E9-4C71-917C-1D883676628C}" dt="2025-12-23T23:09:09.127" v="22" actId="26606"/>
          <ac:spMkLst>
            <pc:docMk/>
            <pc:sldMk cId="466950380" sldId="273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9:09.127" v="22" actId="26606"/>
          <ac:spMkLst>
            <pc:docMk/>
            <pc:sldMk cId="466950380" sldId="273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9:09.127" v="22" actId="26606"/>
          <ac:grpSpMkLst>
            <pc:docMk/>
            <pc:sldMk cId="466950380" sldId="273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9:13.235" v="23" actId="26606"/>
        <pc:sldMkLst>
          <pc:docMk/>
          <pc:sldMk cId="2394538465" sldId="274"/>
        </pc:sldMkLst>
        <pc:spChg chg="mod">
          <ac:chgData name="srodrig4 (Smitha Rodrigues)" userId="f2576612-8741-4e63-8ba1-a034fc8dc049" providerId="ADAL" clId="{6AFEFEA0-81E9-4C71-917C-1D883676628C}" dt="2025-12-23T23:09:13.235" v="23" actId="26606"/>
          <ac:spMkLst>
            <pc:docMk/>
            <pc:sldMk cId="2394538465" sldId="274"/>
            <ac:spMk id="2" creationId="{754185E2-4F70-1ACD-2F8E-94484CCFA165}"/>
          </ac:spMkLst>
        </pc:spChg>
        <pc:spChg chg="mod">
          <ac:chgData name="srodrig4 (Smitha Rodrigues)" userId="f2576612-8741-4e63-8ba1-a034fc8dc049" providerId="ADAL" clId="{6AFEFEA0-81E9-4C71-917C-1D883676628C}" dt="2025-12-23T23:09:13.235" v="23" actId="26606"/>
          <ac:spMkLst>
            <pc:docMk/>
            <pc:sldMk cId="2394538465" sldId="274"/>
            <ac:spMk id="3" creationId="{C94C8057-BD88-0A59-980E-DB7320C2B628}"/>
          </ac:spMkLst>
        </pc:spChg>
        <pc:spChg chg="add">
          <ac:chgData name="srodrig4 (Smitha Rodrigues)" userId="f2576612-8741-4e63-8ba1-a034fc8dc049" providerId="ADAL" clId="{6AFEFEA0-81E9-4C71-917C-1D883676628C}" dt="2025-12-23T23:09:13.235" v="23" actId="26606"/>
          <ac:spMkLst>
            <pc:docMk/>
            <pc:sldMk cId="2394538465" sldId="274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9:13.235" v="23" actId="26606"/>
          <ac:spMkLst>
            <pc:docMk/>
            <pc:sldMk cId="2394538465" sldId="274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9:13.235" v="23" actId="26606"/>
          <ac:grpSpMkLst>
            <pc:docMk/>
            <pc:sldMk cId="2394538465" sldId="274"/>
            <ac:grpSpMk id="10" creationId="{28FAF094-D087-493F-8DF9-A486C2D6BBAA}"/>
          </ac:grpSpMkLst>
        </pc:grpChg>
      </pc:sldChg>
      <pc:sldChg chg="addSp modSp mod setBg">
        <pc:chgData name="srodrig4 (Smitha Rodrigues)" userId="f2576612-8741-4e63-8ba1-a034fc8dc049" providerId="ADAL" clId="{6AFEFEA0-81E9-4C71-917C-1D883676628C}" dt="2025-12-23T23:09:17.053" v="24" actId="26606"/>
        <pc:sldMkLst>
          <pc:docMk/>
          <pc:sldMk cId="830416007" sldId="275"/>
        </pc:sldMkLst>
        <pc:spChg chg="mod">
          <ac:chgData name="srodrig4 (Smitha Rodrigues)" userId="f2576612-8741-4e63-8ba1-a034fc8dc049" providerId="ADAL" clId="{6AFEFEA0-81E9-4C71-917C-1D883676628C}" dt="2025-12-23T23:09:17.053" v="24" actId="26606"/>
          <ac:spMkLst>
            <pc:docMk/>
            <pc:sldMk cId="830416007" sldId="275"/>
            <ac:spMk id="2" creationId="{A6C9C71C-473F-3E76-9940-FB08C1D4914A}"/>
          </ac:spMkLst>
        </pc:spChg>
        <pc:spChg chg="mod">
          <ac:chgData name="srodrig4 (Smitha Rodrigues)" userId="f2576612-8741-4e63-8ba1-a034fc8dc049" providerId="ADAL" clId="{6AFEFEA0-81E9-4C71-917C-1D883676628C}" dt="2025-12-23T23:09:17.053" v="24" actId="26606"/>
          <ac:spMkLst>
            <pc:docMk/>
            <pc:sldMk cId="830416007" sldId="275"/>
            <ac:spMk id="3" creationId="{DEE00555-5D5A-7275-4B04-E76964889689}"/>
          </ac:spMkLst>
        </pc:spChg>
        <pc:spChg chg="add">
          <ac:chgData name="srodrig4 (Smitha Rodrigues)" userId="f2576612-8741-4e63-8ba1-a034fc8dc049" providerId="ADAL" clId="{6AFEFEA0-81E9-4C71-917C-1D883676628C}" dt="2025-12-23T23:09:17.053" v="24" actId="26606"/>
          <ac:spMkLst>
            <pc:docMk/>
            <pc:sldMk cId="830416007" sldId="275"/>
            <ac:spMk id="8" creationId="{DBF61EA3-B236-439E-9C0B-340980D56BEE}"/>
          </ac:spMkLst>
        </pc:spChg>
        <pc:spChg chg="add">
          <ac:chgData name="srodrig4 (Smitha Rodrigues)" userId="f2576612-8741-4e63-8ba1-a034fc8dc049" providerId="ADAL" clId="{6AFEFEA0-81E9-4C71-917C-1D883676628C}" dt="2025-12-23T23:09:17.053" v="24" actId="26606"/>
          <ac:spMkLst>
            <pc:docMk/>
            <pc:sldMk cId="830416007" sldId="275"/>
            <ac:spMk id="14" creationId="{E659831F-0D9A-4C63-9EBB-8435B85A440F}"/>
          </ac:spMkLst>
        </pc:spChg>
        <pc:grpChg chg="add">
          <ac:chgData name="srodrig4 (Smitha Rodrigues)" userId="f2576612-8741-4e63-8ba1-a034fc8dc049" providerId="ADAL" clId="{6AFEFEA0-81E9-4C71-917C-1D883676628C}" dt="2025-12-23T23:09:17.053" v="24" actId="26606"/>
          <ac:grpSpMkLst>
            <pc:docMk/>
            <pc:sldMk cId="830416007" sldId="275"/>
            <ac:grpSpMk id="10" creationId="{28FAF094-D087-493F-8DF9-A486C2D6BBA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1385-BDEA-E33D-3AB0-73B55F7BC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C936E-FBFB-DE78-68D2-09BEA2A63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8B91-0DD1-DB8F-BEB3-877FB6A6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3AF37-7085-C53A-0A46-14DEB666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25D60-B609-2B4B-2C57-ED2A0FFF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3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A10E-43D3-6796-2F2A-388C5119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F367-997E-B491-AE52-5F0FC795D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5798-C8D7-108E-EFD2-5135E29C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537C-E613-3983-05BE-612EEE97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6317-F12F-25B2-6277-3F726663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DC69-3913-3F53-27A1-AF1EE006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0D048-F483-133F-6B28-55169214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3DDD-9B04-CD0E-1D03-DABFE7A6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07FC4-A355-2D95-02C2-A615F965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6C615-387F-DE89-D48A-803E8D19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0476-5DC9-8382-3ABD-556DD992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5175-7054-5885-8C07-A01DCB33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6A794-CD1C-9CCE-4D92-DE97DFA39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1EB81-49E2-9204-14D7-6ADB349D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A28B-D047-9C6C-8967-DA4AEC7B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5E270-8AA7-ADE1-D9B0-5773639E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9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19C0-9858-1E1C-DD6F-4D00CFF8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18D1-E2E2-840A-2B58-D415A792E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1664B-890F-13DF-19CB-D579DFCCA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AD789-0E0A-00F6-679C-1E91E4485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E32D1-BB4E-E573-AB0E-0E0E26565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EE51C-E653-1BA6-41CA-BF363AF4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C756-7EDD-AF7A-AEC8-9DA8A6F0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434B9-CA07-02DE-A7C6-75CA7DDB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8B1B-EC77-39AE-2B6E-4E791FD5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665DB-A618-48C4-1D95-468945E4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CDBFB-779E-C7A9-C6C6-0E0EB763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43742-C2E1-5ADC-2FA7-3911D59E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593E-2525-8231-7590-E865EFFA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B91FB-E6C5-30D1-C97A-81D2D798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B9090-DDD9-147F-83A5-AAA7754D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4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CB1D-80C0-6138-EFB7-554BC803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A5A1-89B7-73A5-4D1A-1FFFC060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ACC33-533E-FCF1-13BA-CCEB2B75F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A9F4F-2D64-714D-D0EF-4746173B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9F766-F323-0637-17BD-5205CC88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5F06D-67D0-2CD9-ED09-70356E72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1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135F-3C42-629B-62CD-7C6440F1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35860-D541-8A50-2129-55DB3AFD2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9135F-F45F-11A5-27E8-95C5F2A6A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56272-0B0A-65AC-C14C-0432089A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300C3-8A89-5486-2C21-4DCAD6A6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9F230-206D-84A1-8E96-7ECC9C14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7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BA16-EE84-2D84-3E63-FFD59751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D70AD-B613-1767-F486-B5F8B9F38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6E3DC-8F60-AA68-9DD3-6AE00D82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15FF6-5E73-93B6-36BA-4DC360A9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33A8C-F843-6C7D-FB88-E8A9EBE4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2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C1BDE-F84D-9F4B-1E73-FA2F36E47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623D7-34E0-AA98-F04D-441C86206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9C3FC-77C4-BEFC-6279-00BE7FF2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F6316-8DF9-FC22-92E5-9CEB7F74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C3895-2395-3966-0F47-EC0174B1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B0C3-C727-E5EB-599D-B02DB9A3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DE550-9857-AC6B-62FD-E404C976B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EA497-CA04-98A8-7B0B-1CFCAF146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4482B-2BD2-4FA7-9D50-E6272CD4656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D3D06-5143-74F0-91CD-A0BA42811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05021-4AF8-3BF9-3853-C796502EC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62197-2721-43B0-ABD6-F224A8E0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9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A1947-F7BB-4B01-3BBB-7FF0A07FF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en-US" sz="6600"/>
              <a:t>The Canadian Health Care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9C133-2F26-4E37-3B5E-D5E756945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3178" y="1845264"/>
            <a:ext cx="3000907" cy="3268794"/>
          </a:xfrm>
        </p:spPr>
        <p:txBody>
          <a:bodyPr anchor="ctr">
            <a:normAutofit/>
          </a:bodyPr>
          <a:lstStyle/>
          <a:p>
            <a:pPr algn="l"/>
            <a:r>
              <a:rPr lang="en-US" sz="2200"/>
              <a:t>Chapter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9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29864-E999-E65E-8646-48081EA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dirty="0"/>
              <a:t>Canada’s Current Health Care System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44D90-6616-6404-B124-68D2CB73B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000"/>
              <a:t>Publicly funded health care system </a:t>
            </a:r>
          </a:p>
          <a:p>
            <a:r>
              <a:rPr lang="en-US" sz="2000"/>
              <a:t> The provincial and territorial governments fund health care services with assistance from the federal government.</a:t>
            </a:r>
          </a:p>
          <a:p>
            <a:r>
              <a:rPr lang="en-US" sz="2000"/>
              <a:t>To receive their full share of federal funding for health care, provincial and territorial medicare plans must meet five criteria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Comprehensiveness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Universality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Portability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Accessibility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Public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4106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93A5A-9674-DC89-0763-6681EEF0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The Principles of Medicare, as Listed in the Canada Health Act (1984)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3D52-F8AA-0A48-078C-003E9931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400"/>
              <a:t>Comprehensiveness</a:t>
            </a:r>
          </a:p>
          <a:p>
            <a:pPr marL="514350" indent="-514350">
              <a:buAutoNum type="arabicPeriod"/>
            </a:pPr>
            <a:r>
              <a:rPr lang="en-US" sz="2400"/>
              <a:t>Universality</a:t>
            </a:r>
          </a:p>
          <a:p>
            <a:pPr marL="514350" indent="-514350">
              <a:buAutoNum type="arabicPeriod"/>
            </a:pPr>
            <a:r>
              <a:rPr lang="en-US" sz="2400"/>
              <a:t>Portability</a:t>
            </a:r>
          </a:p>
          <a:p>
            <a:pPr marL="514350" indent="-514350">
              <a:buAutoNum type="arabicPeriod"/>
            </a:pPr>
            <a:r>
              <a:rPr lang="en-US" sz="2400"/>
              <a:t>Accessibility</a:t>
            </a:r>
          </a:p>
          <a:p>
            <a:pPr marL="0" indent="0">
              <a:buNone/>
            </a:pPr>
            <a:r>
              <a:rPr lang="en-US" sz="2400"/>
              <a:t>5. Public administration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30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26200-6E27-32B0-4E4F-F2D1DD83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 Comprehensiveness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7E6E-46DE-9902-253B-C3879F53D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The insurance plan must pay for all medically necessary services. </a:t>
            </a:r>
          </a:p>
          <a:p>
            <a:r>
              <a:rPr lang="en-US" sz="2400"/>
              <a:t>In a hospital, all necessary drugs, supplies, and diagnostic tests are covered. </a:t>
            </a:r>
          </a:p>
          <a:p>
            <a:r>
              <a:rPr lang="en-US" sz="2400"/>
              <a:t>A range of necessary services provided outside a hospital are also covered.</a:t>
            </a:r>
          </a:p>
          <a:p>
            <a:pPr marL="0" indent="0">
              <a:buNone/>
            </a:pP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36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E17D5-3184-4696-4867-820920B2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Universality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8F02-631C-F9BE-41F7-38391F3F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Every permanent resident of a province or territory is entitled to receive the insured health care services provided by the plan, on similar terms and conditions.</a:t>
            </a:r>
          </a:p>
          <a:p>
            <a:pPr marL="0" indent="0">
              <a:buNone/>
            </a:pP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94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45551-1B48-FFFD-16BA-A8177644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 Portability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5A75-2392-E863-A31A-07B691362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People can keep their health care coverage even if they are unemployed, change jobs, relocate between provinces and territories, or travel within Canada or abroad. </a:t>
            </a:r>
          </a:p>
          <a:p>
            <a:r>
              <a:rPr lang="en-US" sz="2400"/>
              <a:t>However, if they are moving, it is their responsibility to inform their province or territory and to register with their new province or territory.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639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0ECE2-26E0-3906-C748-C354A5F9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353EC-E7AC-F954-0FFD-2EACA7BA6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People can receive medically necessary services regardless of their income, age, health status, gender, or geographical location. </a:t>
            </a:r>
          </a:p>
          <a:p>
            <a:r>
              <a:rPr lang="en-US" sz="2400"/>
              <a:t>Additional charges (privatization) for publicly insured services are not permitted.</a:t>
            </a:r>
          </a:p>
          <a:p>
            <a:pPr marL="0" indent="0">
              <a:buNone/>
            </a:pP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97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4A462-871E-A663-8E23-5B483054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Public 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A39C-5DC9-CA89-745D-0A119DFC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The insurance plan must be run by a public organization on a nonprofit basis. </a:t>
            </a:r>
          </a:p>
          <a:p>
            <a:r>
              <a:rPr lang="en-US" sz="2400"/>
              <a:t>The public organization must be accountable to the citizens and the government of the province or territory.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997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B0591-F714-D81E-78B6-3F177BB5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The Evolution of Canada’s Health Care System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13115-4FC0-BF11-3341-04D739F0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700"/>
              <a:t>In the first part of the twentieth century</a:t>
            </a:r>
          </a:p>
          <a:p>
            <a:r>
              <a:rPr lang="en-US" sz="1700"/>
              <a:t>The Great Depression of the 1930s </a:t>
            </a:r>
          </a:p>
          <a:p>
            <a:r>
              <a:rPr lang="en-US" sz="1700"/>
              <a:t>Creation of a prepaid medical and hospitalization insurance plan. </a:t>
            </a:r>
          </a:p>
          <a:p>
            <a:r>
              <a:rPr lang="en-US" sz="1700"/>
              <a:t>In 1947, Saskatchewan became the first province to introduce a public insurance plan </a:t>
            </a:r>
          </a:p>
          <a:p>
            <a:r>
              <a:rPr lang="en-US" sz="1700"/>
              <a:t>By 1972, all provinces and territories had extended their insurance plans to also cover medical services provided outside hospitals. </a:t>
            </a:r>
          </a:p>
          <a:p>
            <a:r>
              <a:rPr lang="en-US" sz="1700"/>
              <a:t>Again, provincial and territorial governments and the federal government shared the health care expenses roughly equally. </a:t>
            </a:r>
          </a:p>
          <a:p>
            <a:r>
              <a:rPr lang="en-US" sz="1700"/>
              <a:t>Modern medicare began that year, giving all permanent residents free access to the same quality of hospital and medical care, regardless of their personal financial status.</a:t>
            </a:r>
          </a:p>
        </p:txBody>
      </p:sp>
    </p:spTree>
    <p:extLst>
      <p:ext uri="{BB962C8B-B14F-4D97-AF65-F5344CB8AC3E}">
        <p14:creationId xmlns:p14="http://schemas.microsoft.com/office/powerpoint/2010/main" val="405880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9B181-10BA-A134-832B-F340ECCD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The Federal Role in Health Care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8A70-251E-CD08-4FF3-6A70648E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• Administering the Canada Health Act and providing provincial funding</a:t>
            </a:r>
          </a:p>
          <a:p>
            <a:pPr marL="0" indent="0">
              <a:buNone/>
            </a:pPr>
            <a:r>
              <a:rPr lang="en-US" sz="2200"/>
              <a:t>• Providing direct delivery of health care services to specific groups</a:t>
            </a:r>
          </a:p>
          <a:p>
            <a:pPr marL="0" indent="0">
              <a:buNone/>
            </a:pPr>
            <a:r>
              <a:rPr lang="en-US" sz="2200"/>
              <a:t>• Developing and carrying out government policy and programs that promote health and prevent disease</a:t>
            </a:r>
          </a:p>
          <a:p>
            <a:pPr marL="0" indent="0">
              <a:buNone/>
            </a:pPr>
            <a:r>
              <a:rPr lang="en-US" sz="2200"/>
              <a:t>• Transferring tax money to the provinces and territories to share the cost of medically necessary health care services</a:t>
            </a:r>
          </a:p>
          <a:p>
            <a:pPr marL="0" indent="0">
              <a:buNone/>
            </a:pPr>
            <a:r>
              <a:rPr lang="en-US" sz="2200"/>
              <a:t>• Prohibiting service providers (such as physicians) from billing clients extra charges and user fees and ensuring that all the provinces and territories provide the same quality and type of care.</a:t>
            </a:r>
          </a:p>
        </p:txBody>
      </p:sp>
    </p:spTree>
    <p:extLst>
      <p:ext uri="{BB962C8B-B14F-4D97-AF65-F5344CB8AC3E}">
        <p14:creationId xmlns:p14="http://schemas.microsoft.com/office/powerpoint/2010/main" val="74507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94727-E703-153B-2CDC-046B238A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Indigenous Health Care Practices and Universal Health Care: A Call to Action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486D-8E34-7FBD-B1FB-70B7EA82F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Challenges to delivering health care to Indigenous peoples</a:t>
            </a:r>
          </a:p>
          <a:p>
            <a:r>
              <a:rPr lang="en-US" sz="2400"/>
              <a:t>Traditional healing</a:t>
            </a:r>
          </a:p>
        </p:txBody>
      </p:sp>
    </p:spTree>
    <p:extLst>
      <p:ext uri="{BB962C8B-B14F-4D97-AF65-F5344CB8AC3E}">
        <p14:creationId xmlns:p14="http://schemas.microsoft.com/office/powerpoint/2010/main" val="35835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793D5-D1FD-373A-592F-C9C72D25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Primary health care delivery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1575-A57F-E7EA-97DD-D99EB4FD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First point of contact</a:t>
            </a:r>
          </a:p>
          <a:p>
            <a:r>
              <a:rPr lang="en-US" sz="2400"/>
              <a:t>Primary health care delivery usually takes place in the community, but it can also take place within a hospital. </a:t>
            </a:r>
          </a:p>
          <a:p>
            <a:r>
              <a:rPr lang="en-US" sz="2400"/>
              <a:t>Focus on health promotion, early diagnosis of disease or disability, and disease prevention.</a:t>
            </a:r>
          </a:p>
        </p:txBody>
      </p:sp>
    </p:spTree>
    <p:extLst>
      <p:ext uri="{BB962C8B-B14F-4D97-AF65-F5344CB8AC3E}">
        <p14:creationId xmlns:p14="http://schemas.microsoft.com/office/powerpoint/2010/main" val="356552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8CF94-3EF5-AEA3-23CA-91E07080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Secondary health care delivery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DE848-85FC-2F14-B0AC-0D8788C70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Includes assessment, diagnosis, treatment, and preventive services that are associated with more complex medical issues. </a:t>
            </a:r>
          </a:p>
          <a:p>
            <a:r>
              <a:rPr lang="en-US" sz="2400"/>
              <a:t>Care is generally provided by specialist physicians and other specialized health care providers. </a:t>
            </a:r>
          </a:p>
        </p:txBody>
      </p:sp>
    </p:spTree>
    <p:extLst>
      <p:ext uri="{BB962C8B-B14F-4D97-AF65-F5344CB8AC3E}">
        <p14:creationId xmlns:p14="http://schemas.microsoft.com/office/powerpoint/2010/main" val="1776586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9E0FE-0B50-A872-2287-443A3D6D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Tertiary health care delivery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4F298-9BA4-927C-4901-174DC33B6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A specialized, highly technical level of health care that takes place in large research and teaching hospitals. </a:t>
            </a:r>
          </a:p>
          <a:p>
            <a:r>
              <a:rPr lang="en-US" sz="2400"/>
              <a:t>Care delivery usually takes place within specialized care units such as a critical care unit</a:t>
            </a:r>
          </a:p>
          <a:p>
            <a:r>
              <a:rPr lang="en-US" sz="2400"/>
              <a:t>Requires advanced diagnostic and treatment support services as well as highly specialized personnel. </a:t>
            </a:r>
          </a:p>
          <a:p>
            <a:r>
              <a:rPr lang="en-US" sz="2400"/>
              <a:t>Most expensive level of health care delivery. </a:t>
            </a:r>
          </a:p>
        </p:txBody>
      </p:sp>
    </p:spTree>
    <p:extLst>
      <p:ext uri="{BB962C8B-B14F-4D97-AF65-F5344CB8AC3E}">
        <p14:creationId xmlns:p14="http://schemas.microsoft.com/office/powerpoint/2010/main" val="3562736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43593-6F2E-75CC-412D-2E79533A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Home Care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D6E3-9652-21C1-2521-D76EFF86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Home care is health care and support services provided to people in their places of residence</a:t>
            </a:r>
          </a:p>
          <a:p>
            <a:r>
              <a:rPr lang="en-US" sz="2400"/>
              <a:t>Includes private homes, licensed live-in care facilities, and assisted-living facilities </a:t>
            </a:r>
          </a:p>
          <a:p>
            <a:r>
              <a:rPr lang="en-US" sz="2400"/>
              <a:t>Home care was first created to provide care for people who needed at-home assistance after hospital discharge. </a:t>
            </a:r>
          </a:p>
          <a:p>
            <a:r>
              <a:rPr lang="en-US" sz="2400"/>
              <a:t>Provides community care and support to a wide range of people. </a:t>
            </a:r>
          </a:p>
          <a:p>
            <a:r>
              <a:rPr lang="en-US" sz="2400"/>
              <a:t>Types of clients</a:t>
            </a:r>
          </a:p>
        </p:txBody>
      </p:sp>
    </p:spTree>
    <p:extLst>
      <p:ext uri="{BB962C8B-B14F-4D97-AF65-F5344CB8AC3E}">
        <p14:creationId xmlns:p14="http://schemas.microsoft.com/office/powerpoint/2010/main" val="2520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8157D-6056-2502-4D01-4EEFE359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Home Care Services and Funding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858F-A699-A7C8-6202-F305E218B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Every province and territory has a publicly funded home care program. </a:t>
            </a:r>
          </a:p>
          <a:p>
            <a:r>
              <a:rPr lang="en-US" sz="2400"/>
              <a:t>The funding for the specific type of care that a client receives depends on their province’s funding policies. </a:t>
            </a:r>
          </a:p>
          <a:p>
            <a:r>
              <a:rPr lang="en-US" sz="2400"/>
              <a:t>All provinces and territories, offer the following: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Client assessment—determining if the person is eligible for services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Case coordination and management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Nursing services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Support services for eligible clients</a:t>
            </a:r>
          </a:p>
        </p:txBody>
      </p:sp>
    </p:spTree>
    <p:extLst>
      <p:ext uri="{BB962C8B-B14F-4D97-AF65-F5344CB8AC3E}">
        <p14:creationId xmlns:p14="http://schemas.microsoft.com/office/powerpoint/2010/main" val="153011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09D89-89FF-A35C-A073-A6861E6A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/>
              <a:t>Classification of Home care services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849D2-C194-1666-0F73-1D84EEAF1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Personal care services</a:t>
            </a:r>
          </a:p>
          <a:p>
            <a:r>
              <a:rPr lang="en-US" sz="2400"/>
              <a:t>Home support services</a:t>
            </a:r>
          </a:p>
          <a:p>
            <a:r>
              <a:rPr lang="en-US" sz="2400"/>
              <a:t>Professional services</a:t>
            </a:r>
          </a:p>
          <a:p>
            <a:r>
              <a:rPr lang="en-US" sz="2400"/>
              <a:t>Support for instrumental activities of daily living (IADLs)</a:t>
            </a:r>
          </a:p>
        </p:txBody>
      </p:sp>
    </p:spTree>
    <p:extLst>
      <p:ext uri="{BB962C8B-B14F-4D97-AF65-F5344CB8AC3E}">
        <p14:creationId xmlns:p14="http://schemas.microsoft.com/office/powerpoint/2010/main" val="243103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94194-3566-ABCD-1E34-A488C8ED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The Provincial or Territorial Role in Health Care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8715-E1BE-FE5E-2979-43E210E5C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Each province and territory is responsible for developing and administering its own health care insurance plan. </a:t>
            </a:r>
          </a:p>
          <a:p>
            <a:r>
              <a:rPr lang="en-US" sz="2400"/>
              <a:t>The provincial or territorial government finances and plans its health care services, following the five basic principles outlined in the Canada Health Act.</a:t>
            </a:r>
          </a:p>
        </p:txBody>
      </p:sp>
    </p:spTree>
    <p:extLst>
      <p:ext uri="{BB962C8B-B14F-4D97-AF65-F5344CB8AC3E}">
        <p14:creationId xmlns:p14="http://schemas.microsoft.com/office/powerpoint/2010/main" val="46695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185E2-4F70-1ACD-2F8E-94484CCF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Health Care Challenges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8057-BD88-0A59-980E-DB7320C2B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Worker shortages</a:t>
            </a:r>
          </a:p>
          <a:p>
            <a:r>
              <a:rPr lang="en-US" sz="2400"/>
              <a:t>Aging of the baby boomer generation (those born between 1945 and 1964).</a:t>
            </a:r>
          </a:p>
          <a:p>
            <a:r>
              <a:rPr lang="en-US" sz="2400"/>
              <a:t>Increasing numbers of Canadians require care.</a:t>
            </a:r>
          </a:p>
          <a:p>
            <a:r>
              <a:rPr lang="en-US" sz="2400"/>
              <a:t>Aging of health care workers.</a:t>
            </a:r>
          </a:p>
          <a:p>
            <a:r>
              <a:rPr lang="en-US" sz="2400"/>
              <a:t>Long waiting lists for surgeries, diagnostics, and medical procedures</a:t>
            </a:r>
          </a:p>
          <a:p>
            <a:r>
              <a:rPr lang="en-US" sz="2400"/>
              <a:t>Long waiting times for admission to long-term care facilities.</a:t>
            </a:r>
          </a:p>
          <a:p>
            <a:r>
              <a:rPr lang="en-US" sz="2400"/>
              <a:t>The steadily rising cost of care.</a:t>
            </a:r>
          </a:p>
        </p:txBody>
      </p:sp>
    </p:spTree>
    <p:extLst>
      <p:ext uri="{BB962C8B-B14F-4D97-AF65-F5344CB8AC3E}">
        <p14:creationId xmlns:p14="http://schemas.microsoft.com/office/powerpoint/2010/main" val="239453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9C71C-473F-3E76-9940-FB08C1D4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Private Health Insurance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0555-5D5A-7275-4B04-E7696488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Those who do not qualify for supplementary benefits under government plans pay for these services with individual, out-of-pocket payments or through private health insurance plans. </a:t>
            </a:r>
          </a:p>
          <a:p>
            <a:r>
              <a:rPr lang="en-US" sz="2400"/>
              <a:t>Many Canadians are covered by private health insurance, paid for by their employers or themselves. </a:t>
            </a:r>
          </a:p>
          <a:p>
            <a:r>
              <a:rPr lang="en-US" sz="2400"/>
              <a:t>The level of service provided varies according to the plan purchased. </a:t>
            </a:r>
          </a:p>
          <a:p>
            <a:r>
              <a:rPr lang="en-US" sz="2400"/>
              <a:t>Each company may provide its own unique plan. Exactly what is covered and by how much (e.g., ambulance services, drugs, home care) will differ according to the plan.</a:t>
            </a:r>
          </a:p>
        </p:txBody>
      </p:sp>
    </p:spTree>
    <p:extLst>
      <p:ext uri="{BB962C8B-B14F-4D97-AF65-F5344CB8AC3E}">
        <p14:creationId xmlns:p14="http://schemas.microsoft.com/office/powerpoint/2010/main" val="83041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1017</Words>
  <Application>Microsoft Office PowerPoint</Application>
  <PresentationFormat>Widescreen</PresentationFormat>
  <Paragraphs>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The Canadian Health Care System</vt:lpstr>
      <vt:lpstr>Canada’s Current Health Care System</vt:lpstr>
      <vt:lpstr>The Principles of Medicare, as Listed in the Canada Health Act (1984)</vt:lpstr>
      <vt:lpstr> Comprehensiveness</vt:lpstr>
      <vt:lpstr>Universality</vt:lpstr>
      <vt:lpstr> Portability</vt:lpstr>
      <vt:lpstr> Accessibility</vt:lpstr>
      <vt:lpstr>Public administration</vt:lpstr>
      <vt:lpstr>The Evolution of Canada’s Health Care System</vt:lpstr>
      <vt:lpstr>The Federal Role in Health Care</vt:lpstr>
      <vt:lpstr>Indigenous Health Care Practices and Universal Health Care: A Call to Action</vt:lpstr>
      <vt:lpstr>Primary health care delivery </vt:lpstr>
      <vt:lpstr>Secondary health care delivery</vt:lpstr>
      <vt:lpstr>Tertiary health care delivery</vt:lpstr>
      <vt:lpstr>Home Care</vt:lpstr>
      <vt:lpstr>Home Care Services and Funding</vt:lpstr>
      <vt:lpstr>Classification of Home care services </vt:lpstr>
      <vt:lpstr>The Provincial or Territorial Role in Health Care</vt:lpstr>
      <vt:lpstr>Health Care Challenges</vt:lpstr>
      <vt:lpstr>Private Health Insurance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Canadian Health Care System</dc:title>
  <dc:creator>srodrig4 (Smitha Rodrigues)</dc:creator>
  <cp:lastModifiedBy>srodrig4 (Smitha Rodrigues)</cp:lastModifiedBy>
  <cp:revision>15</cp:revision>
  <dcterms:created xsi:type="dcterms:W3CDTF">2024-01-05T20:41:57Z</dcterms:created>
  <dcterms:modified xsi:type="dcterms:W3CDTF">2025-12-23T23:09:18Z</dcterms:modified>
</cp:coreProperties>
</file>